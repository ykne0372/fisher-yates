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58E9C7-69F0-C97F-DBE0-64F650432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10070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650FCB2-77AA-51AE-06EC-A88D3F5239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54130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5EB664-B97D-7A24-B83F-480E0D86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56DF7C-F48B-BD25-79BC-989D608F4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325950-CBB4-8202-01C1-606CAE4CD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9522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5CB814-5C0A-0CF3-4F4B-7DB6B5C62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81F2C16-0228-5A7B-F66D-8B4E9F675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9FA705-56DF-7A1E-A18E-223EFAB15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F0AAEC-1161-43E8-0848-E4DC7E8A9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F375BC-EB06-7503-348D-4FB99D156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1304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4C0A91-1107-FDEE-6430-08E5443AC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867CF2-6CC7-2C8B-2C65-51D37053C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DB2DF4-0657-3860-DF1E-FBDE90487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A63767-5D6C-CBBE-38FA-0B44F1075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A8445BC-9008-9F65-BE25-E66472FA1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7688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66030C-DBD3-9CB8-34F5-55D00673B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D621304-E4D8-6CF1-9941-8AFA873736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62EAE3-DEAC-66D5-049A-24E92A8ADC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C0978E-1B07-4DFF-5EDF-9A7DF1606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34F892-E613-7625-8B9D-8CA818206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478A0D-6D4E-6D46-83C7-0FADFF902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4673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8D0A7A-23D5-5BC1-F126-29338A403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FAE2066-2F0F-2503-CF35-D89A728871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3BF606F-E590-30F7-3B48-D7FAD4403E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BD0D6A9-7E22-5BEC-CF15-6F0D4A91F7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53E5942-3F61-7047-C52A-27E1DE9EA7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11D3853-F178-E76B-A4C2-20FBA37E4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E30DA92-25C6-96D9-FD80-B50D0FBD8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DF5B84C-E84C-CFD4-66F0-DE4375E16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0911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36E11E-E370-133A-FA9A-358B6E530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6A097CD-A37B-745F-2CFE-5E9429C60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7AD6FAC-BF16-4773-8BBB-C93784340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8D868A7-4FA3-A430-3775-97C39CC8D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4052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2D0B9D2-E378-91A6-095A-4EB51FD60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72337A-64E2-91E1-36D7-09DDF100A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89D2FAC-3AD7-D2C9-DC21-511496040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6600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08E62B-75CB-7F82-9C18-FFBC9657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7B21FA-FAFE-015A-A8A9-8E0CD5256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9BED0C9-AAC4-BF49-2978-C73B7A18D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FAC41F3-D87B-F683-0FBF-4132B8B1C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F4B3DF1-E80D-9321-671F-E42B0A188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811EFCB-3235-B91C-019A-8A83E41B0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4954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171F79-FC2C-C6FD-3A1E-949C927B0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8C19CA0-ADCD-4E07-6108-AF2663C6E3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05FAEFC-A520-48FA-8949-105A49D4B9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E98C481-0377-8C87-DD76-EDE2A8F96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ED439FF-72A8-0BE8-54CC-5F2AFDA76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17AE47-6089-E692-792A-0AE05DE2C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5618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2899DD-1D76-B979-8D01-56E40BD10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A3B4EFE-FA4C-4814-9176-9A6415A3FC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D10A9E-067D-0858-F956-4CD617EF4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94F821-F20E-9A3D-8CAD-AF071D362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3F9666-9458-6BD0-23A5-890E27F1F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51748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8AAF244-C33E-1EC1-49F1-ECCAB63C50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10E2618-B191-B6E9-B6A0-23CFD95107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A9AB3A-E4CB-BAB3-294C-2A8CDC5D2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3E408-0FCD-471E-8DC4-44F3A6A02DAE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A3D6327-5FDA-EAD6-050A-F09D0315A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17F6E8-4ADD-6892-5A0B-085FD0ED1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8992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9D74B3A2-32E1-4CFB-9306-A91894D56A5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BD76131-DE31-1626-35A2-FE340FA5B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704" y="25003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CDB3E04-167B-A7B8-7F16-FF063666C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ECA861-AEB7-D042-BE63-39B16968A8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A3E408-0FCD-471E-8DC4-44F3A6A02DAE}" type="datetimeFigureOut">
              <a:rPr kumimoji="1" lang="ja-JP" altLang="en-US" smtClean="0"/>
              <a:t>2025/7/17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AAAA2C-63FD-1161-9153-3C6C3B9AED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43CD21-8D59-D0A5-532B-7156BA9803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E3605-EB53-42A8-A965-043C91EA0F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8428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機械彫刻用標準書体 M" panose="00000600000000000000" pitchFamily="50" charset="-128"/>
          <a:ea typeface="機械彫刻用標準書体 M" panose="00000600000000000000" pitchFamily="50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機械彫刻用標準書体 M" panose="00000600000000000000" pitchFamily="50" charset="-128"/>
          <a:ea typeface="機械彫刻用標準書体 M" panose="00000600000000000000" pitchFamily="50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機械彫刻用標準書体 M" panose="00000600000000000000" pitchFamily="50" charset="-128"/>
          <a:ea typeface="機械彫刻用標準書体 M" panose="00000600000000000000" pitchFamily="50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機械彫刻用標準書体 M" panose="00000600000000000000" pitchFamily="50" charset="-128"/>
          <a:ea typeface="機械彫刻用標準書体 M" panose="00000600000000000000" pitchFamily="50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機械彫刻用標準書体 M" panose="00000600000000000000" pitchFamily="50" charset="-128"/>
          <a:ea typeface="機械彫刻用標準書体 M" panose="00000600000000000000" pitchFamily="50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機械彫刻用標準書体 M" panose="00000600000000000000" pitchFamily="50" charset="-128"/>
          <a:ea typeface="機械彫刻用標準書体 M" panose="00000600000000000000" pitchFamily="50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631622-E600-DDEB-594B-332D4EC7D2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56387"/>
            <a:ext cx="9144000" cy="2387600"/>
          </a:xfrm>
        </p:spPr>
        <p:txBody>
          <a:bodyPr/>
          <a:lstStyle/>
          <a:p>
            <a:r>
              <a:rPr kumimoji="1" lang="en-US" altLang="ja-JP" dirty="0"/>
              <a:t>Fisher-Yates</a:t>
            </a:r>
            <a:r>
              <a:rPr kumimoji="1" lang="ja-JP" altLang="en-US" dirty="0"/>
              <a:t>の</a:t>
            </a:r>
            <a:br>
              <a:rPr kumimoji="1" lang="en-US" altLang="ja-JP" dirty="0"/>
            </a:br>
            <a:r>
              <a:rPr kumimoji="1" lang="ja-JP" altLang="en-US" dirty="0"/>
              <a:t>シャッフル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9314AB1-F3AD-97CD-DAB6-F2DDCBA6EA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63730"/>
            <a:ext cx="9144000" cy="931527"/>
          </a:xfrm>
        </p:spPr>
        <p:txBody>
          <a:bodyPr/>
          <a:lstStyle/>
          <a:p>
            <a:r>
              <a:rPr kumimoji="1" lang="en-US" altLang="ja-JP" dirty="0"/>
              <a:t>4I-02 </a:t>
            </a:r>
            <a:r>
              <a:rPr kumimoji="1" lang="ja-JP" altLang="en-US" dirty="0">
                <a:latin typeface="マメロン 3 Hi Regular" panose="00000300000000000000" pitchFamily="50" charset="-128"/>
                <a:ea typeface="マメロン 3 Hi Regular" panose="00000300000000000000" pitchFamily="50" charset="-128"/>
              </a:rPr>
              <a:t>赤嵜楓</a:t>
            </a:r>
          </a:p>
        </p:txBody>
      </p:sp>
    </p:spTree>
    <p:extLst>
      <p:ext uri="{BB962C8B-B14F-4D97-AF65-F5344CB8AC3E}">
        <p14:creationId xmlns:p14="http://schemas.microsoft.com/office/powerpoint/2010/main" val="15804403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</Words>
  <Application>Microsoft Office PowerPoint</Application>
  <PresentationFormat>ワイド画面</PresentationFormat>
  <Paragraphs>2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マメロン 3 Hi Regular</vt:lpstr>
      <vt:lpstr>機械彫刻用標準書体 M</vt:lpstr>
      <vt:lpstr>游ゴシック</vt:lpstr>
      <vt:lpstr>Arial</vt:lpstr>
      <vt:lpstr>Office テーマ</vt:lpstr>
      <vt:lpstr>Fisher-Yatesの シャッフル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赤嵜　楓</dc:creator>
  <cp:lastModifiedBy>赤嵜　楓</cp:lastModifiedBy>
  <cp:revision>1</cp:revision>
  <dcterms:created xsi:type="dcterms:W3CDTF">2025-07-17T02:57:16Z</dcterms:created>
  <dcterms:modified xsi:type="dcterms:W3CDTF">2025-07-17T03:02:37Z</dcterms:modified>
</cp:coreProperties>
</file>